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Alexandria" panose="020B0604020202020204" charset="-78"/>
      <p:regular r:id="rId9"/>
    </p:embeddedFont>
    <p:embeddedFont>
      <p:font typeface="Nobil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248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ciml/red-wine-quality-cortez-et-al-200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4546" y="28983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Wine Quality Prediction using Machine Learning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rgbClr val="1B1B27"/>
              </a:solidFill>
              <a:latin typeface="Alexandria" pitchFamily="34" charset="0"/>
              <a:cs typeface="Alexandria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</a:rPr>
              <a:t>By : Gunjan Upadhyay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53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648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302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Wine quality depends on multiple chemical properties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724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testing is slow and subjective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146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Industry needs objective, automated assessment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1774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My Solution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5831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ML-powered binary classification: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012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 Wine vs Bad Wine 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203" y="526613"/>
            <a:ext cx="4787384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Overview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0203" y="1412200"/>
            <a:ext cx="1328999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link : </a:t>
            </a:r>
            <a:r>
              <a:rPr lang="en-US" sz="1500" u="sng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https://www.kaggle.com/datasets/uciml/red-wine-quality-cortez-et-al-2009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70203" y="2029539"/>
            <a:ext cx="4270415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1599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608534" y="290072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Wine Samples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70203" y="3314700"/>
            <a:ext cx="42704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UCI ML Repository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79933" y="2029539"/>
            <a:ext cx="4270415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6118265" y="290072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Chemical Features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179933" y="3314700"/>
            <a:ext cx="42704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Acidity, sugar, pH, alcohol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89663" y="2029539"/>
            <a:ext cx="4270415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0-10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10627995" y="290072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Quality Scale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689663" y="3314700"/>
            <a:ext cx="42704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Expert ratings converted to binary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0203" y="3932050"/>
            <a:ext cx="13289994" cy="31552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0203" y="4250769"/>
            <a:ext cx="3255764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Preprocessing 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70203" y="4897041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0203" y="5199578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670203" y="5341025"/>
            <a:ext cx="243363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Missing Value Check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70203" y="5755005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integrity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10926" y="4897041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10926" y="5199578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1" name="Text 19"/>
          <p:cNvSpPr/>
          <p:nvPr/>
        </p:nvSpPr>
        <p:spPr>
          <a:xfrm>
            <a:off x="7410926" y="5341025"/>
            <a:ext cx="240470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Analysis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410926" y="5755005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Distribution &amp; pattern discovery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0203" y="6396276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0203" y="6698813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5" name="Text 23"/>
          <p:cNvSpPr/>
          <p:nvPr/>
        </p:nvSpPr>
        <p:spPr>
          <a:xfrm>
            <a:off x="670203" y="684026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Correlation Study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670203" y="7254240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relationship heatmap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10926" y="6396276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10926" y="6698813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9" name="Text 27"/>
          <p:cNvSpPr/>
          <p:nvPr/>
        </p:nvSpPr>
        <p:spPr>
          <a:xfrm>
            <a:off x="7410926" y="684026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Label Binarization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7410926" y="7254240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 vs Bad classification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449" y="430173"/>
            <a:ext cx="4567714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Methodology Workflow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49" y="1231821"/>
            <a:ext cx="782122" cy="938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5900" y="1388150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Loading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85900" y="172628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 wine quality dataset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49" y="2170390"/>
            <a:ext cx="782122" cy="9385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5900" y="232671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85900" y="266485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 &amp; outliers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49" y="3108960"/>
            <a:ext cx="782122" cy="9385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5900" y="326528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485900" y="360342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Correlation heatmap analysis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49" y="4047530"/>
            <a:ext cx="782122" cy="9385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5900" y="420385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Label Engineering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485900" y="454199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Binary classification target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449" y="4986099"/>
            <a:ext cx="782122" cy="9385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5900" y="5142428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Train-Test Split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485900" y="548056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80-20 data partition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449" y="5924669"/>
            <a:ext cx="782122" cy="9385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85900" y="6080998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1485900" y="641913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Classifier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449" y="6863239"/>
            <a:ext cx="782122" cy="93857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85900" y="7019568"/>
            <a:ext cx="1960721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Evaluation &amp; Testing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1485900" y="7357705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 metrics &amp;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959"/>
            <a:ext cx="73798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 Forest Algorithm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55463"/>
            <a:ext cx="54471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Ensemble Learning Powerhouse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209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Collection of decision trees using </a:t>
            </a:r>
            <a:r>
              <a:rPr lang="en-US" sz="1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bootstrap aggregation (bagging)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65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46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Select random data samples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891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multiple decision trees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313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Aggregate via majority voting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65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Advantages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946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accuracy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 complex data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3891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Handles non-linear relationships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8313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Resistant to overfitting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561380"/>
            <a:ext cx="662535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Implementation &amp;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4494" y="1607582"/>
            <a:ext cx="4264343" cy="1640443"/>
          </a:xfrm>
          <a:prstGeom prst="roundRect">
            <a:avLst>
              <a:gd name="adj" fmla="val 5227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6187" y="18192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26187" y="2260521"/>
            <a:ext cx="384095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· NumPy · Pandas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26187" y="2709624"/>
            <a:ext cx="384095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Matplotlib · Seaborn · Scikit-Learn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82910" y="1607582"/>
            <a:ext cx="4264462" cy="1640443"/>
          </a:xfrm>
          <a:prstGeom prst="roundRect">
            <a:avLst>
              <a:gd name="adj" fmla="val 5227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603" y="18192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Setup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603" y="2260521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training / 20% testing split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603" y="2709624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RandomForestClassifier()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51444" y="1607582"/>
            <a:ext cx="4264462" cy="1640443"/>
          </a:xfrm>
          <a:prstGeom prst="roundRect">
            <a:avLst>
              <a:gd name="adj" fmla="val 5227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63137" y="18192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Success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63137" y="2260521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accuracy achieved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63137" y="2709624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Reliable Good/Bad classification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4494" y="3579572"/>
            <a:ext cx="13201412" cy="33099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4494" y="3842147"/>
            <a:ext cx="1320141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4494" y="4398407"/>
            <a:ext cx="1320141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Predictive system successfully classifies wine as </a:t>
            </a:r>
            <a:r>
              <a:rPr lang="en-US" sz="16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or </a:t>
            </a:r>
            <a:r>
              <a:rPr lang="en-US" sz="16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4494" y="5138380"/>
            <a:ext cx="26528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496" y="5184219"/>
            <a:ext cx="6328410" cy="23348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78076" y="5138380"/>
            <a:ext cx="26528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253</Words>
  <Application>Microsoft Office PowerPoint</Application>
  <PresentationFormat>Custom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Alexandria</vt:lpstr>
      <vt:lpstr>Alexandria Light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Gunjan Upadhyay</dc:creator>
  <cp:lastModifiedBy>Gunjan Upadhyay</cp:lastModifiedBy>
  <cp:revision>4</cp:revision>
  <dcterms:created xsi:type="dcterms:W3CDTF">2025-11-17T03:50:04Z</dcterms:created>
  <dcterms:modified xsi:type="dcterms:W3CDTF">2025-11-17T14:46:28Z</dcterms:modified>
</cp:coreProperties>
</file>