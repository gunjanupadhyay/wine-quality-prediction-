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Alexandria" panose="020B0604020202020204" charset="-78"/>
      <p:regular r:id="rId9"/>
    </p:embeddedFont>
    <p:embeddedFont>
      <p:font typeface="Nobile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6248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uciml/red-wine-quality-cortez-et-al-2009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Wine Quality Prediction using Machine Learning</a:t>
            </a:r>
          </a:p>
          <a:p>
            <a:pPr marL="0" indent="0" algn="l">
              <a:lnSpc>
                <a:spcPts val="5550"/>
              </a:lnSpc>
              <a:buNone/>
            </a:pPr>
            <a:endParaRPr lang="en-US" sz="4450" dirty="0">
              <a:solidFill>
                <a:srgbClr val="1B1B27"/>
              </a:solidFill>
              <a:latin typeface="Alexandria" pitchFamily="34" charset="0"/>
              <a:cs typeface="Alexandria" pitchFamily="34" charset="-12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Mini ML Project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404155"/>
              </a:solidFill>
              <a:latin typeface="Nobile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</a:rPr>
              <a:t>Submitted to : Prof. </a:t>
            </a:r>
            <a:r>
              <a:rPr lang="en-US" sz="1750" dirty="0" err="1">
                <a:solidFill>
                  <a:srgbClr val="404155"/>
                </a:solidFill>
                <a:latin typeface="Nobile" pitchFamily="34" charset="0"/>
              </a:rPr>
              <a:t>Seeja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</a:rPr>
              <a:t> K.R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</a:rPr>
              <a:t>Submitted by : Gunjan Upadhyay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53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6483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Challenge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2302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Wine quality depends on multiple chemical properties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6724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Manual testing is slow and subjective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1146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Industry needs objective, automated assessment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81774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My Solution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93790" y="55831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ML-powered binary classification: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2012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Good Wine vs Bad Wine 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203" y="526613"/>
            <a:ext cx="4787384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Dataset Overview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70203" y="1412200"/>
            <a:ext cx="13289994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Dataset link : </a:t>
            </a:r>
            <a:r>
              <a:rPr lang="en-US" sz="1500" u="sng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https://www.kaggle.com/datasets/uciml/red-wine-quality-cortez-et-al-2009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70203" y="2029539"/>
            <a:ext cx="4270415" cy="631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1599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1608534" y="2900720"/>
            <a:ext cx="239363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Wine Samples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70203" y="3314700"/>
            <a:ext cx="4270415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From UCI ML Repository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79933" y="2029539"/>
            <a:ext cx="4270415" cy="631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11</a:t>
            </a:r>
            <a:endParaRPr lang="en-US" sz="4950" dirty="0"/>
          </a:p>
        </p:txBody>
      </p:sp>
      <p:sp>
        <p:nvSpPr>
          <p:cNvPr id="8" name="Text 6"/>
          <p:cNvSpPr/>
          <p:nvPr/>
        </p:nvSpPr>
        <p:spPr>
          <a:xfrm>
            <a:off x="6118265" y="2900720"/>
            <a:ext cx="239363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Chemical Features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5179933" y="3314700"/>
            <a:ext cx="4270415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Acidity, sugar, pH, alcohol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89663" y="2029539"/>
            <a:ext cx="4270415" cy="631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0-10</a:t>
            </a:r>
            <a:endParaRPr lang="en-US" sz="4950" dirty="0"/>
          </a:p>
        </p:txBody>
      </p:sp>
      <p:sp>
        <p:nvSpPr>
          <p:cNvPr id="11" name="Text 9"/>
          <p:cNvSpPr/>
          <p:nvPr/>
        </p:nvSpPr>
        <p:spPr>
          <a:xfrm>
            <a:off x="10627995" y="2900720"/>
            <a:ext cx="239363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Quality Scale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9689663" y="3314700"/>
            <a:ext cx="4270415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Expert ratings converted to binary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0203" y="3932050"/>
            <a:ext cx="13289994" cy="31552"/>
          </a:xfrm>
          <a:prstGeom prst="rect">
            <a:avLst/>
          </a:prstGeom>
          <a:solidFill>
            <a:srgbClr val="404155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70203" y="4250769"/>
            <a:ext cx="3255764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Preprocessing 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70203" y="4897041"/>
            <a:ext cx="19145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0203" y="5199578"/>
            <a:ext cx="6549271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7" name="Text 15"/>
          <p:cNvSpPr/>
          <p:nvPr/>
        </p:nvSpPr>
        <p:spPr>
          <a:xfrm>
            <a:off x="670203" y="5341025"/>
            <a:ext cx="2433637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Missing Value Check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70203" y="5755005"/>
            <a:ext cx="654927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integrity validation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10926" y="4897041"/>
            <a:ext cx="19145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10926" y="5199578"/>
            <a:ext cx="6549271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1" name="Text 19"/>
          <p:cNvSpPr/>
          <p:nvPr/>
        </p:nvSpPr>
        <p:spPr>
          <a:xfrm>
            <a:off x="7410926" y="5341025"/>
            <a:ext cx="2404705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Analysis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7410926" y="5755005"/>
            <a:ext cx="654927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Distribution &amp; pattern discovery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0203" y="6396276"/>
            <a:ext cx="19145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0203" y="6698813"/>
            <a:ext cx="6549271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5" name="Text 23"/>
          <p:cNvSpPr/>
          <p:nvPr/>
        </p:nvSpPr>
        <p:spPr>
          <a:xfrm>
            <a:off x="670203" y="6840260"/>
            <a:ext cx="239363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Correlation Study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670203" y="7254240"/>
            <a:ext cx="654927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Feature relationship heatmap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10926" y="6396276"/>
            <a:ext cx="19145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410926" y="6698813"/>
            <a:ext cx="6549271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9" name="Text 27"/>
          <p:cNvSpPr/>
          <p:nvPr/>
        </p:nvSpPr>
        <p:spPr>
          <a:xfrm>
            <a:off x="7410926" y="6840260"/>
            <a:ext cx="239363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Label Binarization</a:t>
            </a:r>
            <a:endParaRPr lang="en-US" sz="1850" dirty="0"/>
          </a:p>
        </p:txBody>
      </p:sp>
      <p:sp>
        <p:nvSpPr>
          <p:cNvPr id="30" name="Text 28"/>
          <p:cNvSpPr/>
          <p:nvPr/>
        </p:nvSpPr>
        <p:spPr>
          <a:xfrm>
            <a:off x="7410926" y="7254240"/>
            <a:ext cx="654927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Good vs Bad classification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7449" y="430173"/>
            <a:ext cx="4567714" cy="488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Methodology Workflow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49" y="1231821"/>
            <a:ext cx="782122" cy="938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5900" y="1388150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Loading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485900" y="1726287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Import wine quality dataset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49" y="2170390"/>
            <a:ext cx="782122" cy="9385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5900" y="2326719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485900" y="2664857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Handle missing values &amp; outliers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449" y="3108960"/>
            <a:ext cx="782122" cy="9385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85900" y="3265289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485900" y="3603427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Correlation heatmap analysis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449" y="4047530"/>
            <a:ext cx="782122" cy="9385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85900" y="4203859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Label Engineering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1485900" y="4541996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Binary classification target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449" y="4986099"/>
            <a:ext cx="782122" cy="93857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85900" y="5142428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Train-Test Split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1485900" y="5480566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80-20 data partition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449" y="5924669"/>
            <a:ext cx="782122" cy="93857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485900" y="6080998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1485900" y="6419136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 Forest Classifier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449" y="6863239"/>
            <a:ext cx="782122" cy="93857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485900" y="7019568"/>
            <a:ext cx="1960721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Evaluation &amp; Testing</a:t>
            </a:r>
            <a:endParaRPr lang="en-US" sz="1500" dirty="0"/>
          </a:p>
        </p:txBody>
      </p:sp>
      <p:sp>
        <p:nvSpPr>
          <p:cNvPr id="23" name="Text 14"/>
          <p:cNvSpPr/>
          <p:nvPr/>
        </p:nvSpPr>
        <p:spPr>
          <a:xfrm>
            <a:off x="1485900" y="7357705"/>
            <a:ext cx="12597051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Accuracy metrics &amp; predictions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5959"/>
            <a:ext cx="73798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Random Forest Algorithm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55463"/>
            <a:ext cx="544710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Ensemble Learning Powerhouse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5209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Collection of decision trees using </a:t>
            </a:r>
            <a:r>
              <a:rPr lang="en-US" sz="17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bootstrap aggregation (bagging)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657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9469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Select random data samples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891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multiple decision trees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8313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Aggregate via majority voting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3657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Advantages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49469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 accuracy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on complex data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3891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Handles non-linear relationships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8313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Resistant to overfitting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494" y="561380"/>
            <a:ext cx="6625352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Implementation &amp; Results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14494" y="1607582"/>
            <a:ext cx="4264343" cy="1640443"/>
          </a:xfrm>
          <a:prstGeom prst="roundRect">
            <a:avLst>
              <a:gd name="adj" fmla="val 5227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6187" y="181927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26187" y="2260521"/>
            <a:ext cx="3840956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 · NumPy · Pandas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26187" y="2709624"/>
            <a:ext cx="3840956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Matplotlib · Seaborn · Scikit-Learn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82910" y="1607582"/>
            <a:ext cx="4264462" cy="1640443"/>
          </a:xfrm>
          <a:prstGeom prst="roundRect">
            <a:avLst>
              <a:gd name="adj" fmla="val 5227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603" y="181927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Model Setup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94603" y="2260521"/>
            <a:ext cx="384107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80% training / 20% testing split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4603" y="2709624"/>
            <a:ext cx="384107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RandomForestClassifier()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51444" y="1607582"/>
            <a:ext cx="4264462" cy="1640443"/>
          </a:xfrm>
          <a:prstGeom prst="roundRect">
            <a:avLst>
              <a:gd name="adj" fmla="val 5227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63137" y="181927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Success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863137" y="2260521"/>
            <a:ext cx="384107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 accuracy achieved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63137" y="2709624"/>
            <a:ext cx="384107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Reliable Good/Bad classification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4494" y="3579572"/>
            <a:ext cx="13201412" cy="33099"/>
          </a:xfrm>
          <a:prstGeom prst="rect">
            <a:avLst/>
          </a:prstGeom>
          <a:solidFill>
            <a:srgbClr val="404155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14494" y="3842147"/>
            <a:ext cx="1320141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Result: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4494" y="4398407"/>
            <a:ext cx="1320141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Predictive system successfully classifies wine as </a:t>
            </a:r>
            <a:r>
              <a:rPr lang="en-US" sz="160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Good</a:t>
            </a: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or </a:t>
            </a:r>
            <a:r>
              <a:rPr lang="en-US" sz="160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Bad.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4494" y="5138380"/>
            <a:ext cx="265283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496" y="5184219"/>
            <a:ext cx="6328410" cy="233481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278076" y="5138380"/>
            <a:ext cx="265283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266</Words>
  <Application>Microsoft Office PowerPoint</Application>
  <PresentationFormat>Custom</PresentationFormat>
  <Paragraphs>81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Nobile</vt:lpstr>
      <vt:lpstr>Alexandria</vt:lpstr>
      <vt:lpstr>Alexandria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Gunjan Upadhyay</cp:lastModifiedBy>
  <cp:revision>2</cp:revision>
  <dcterms:created xsi:type="dcterms:W3CDTF">2025-11-17T03:50:04Z</dcterms:created>
  <dcterms:modified xsi:type="dcterms:W3CDTF">2025-11-17T05:46:28Z</dcterms:modified>
</cp:coreProperties>
</file>